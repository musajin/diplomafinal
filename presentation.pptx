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46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64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СЕВЕРО-КАВКАЗСКАЯ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 АКАДЕМИЯ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029200" cy="2743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8503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мобильного приложения для рассылки
новостей и образовательных ресурсов
высшего учебного заведения
</a:t>
            </a:r>
            <a:r>
              <a:rPr lang="en-US" sz="20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использованием технологии React Native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81304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09.03.03 — Прикладная информатика
</a:t>
            </a:r>
            <a:r>
              <a:rPr lang="en-US" sz="1100" b="1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Иванович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 </a:t>
            </a:r>
            <a:r>
              <a:rPr lang="en-US" sz="11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617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7772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777240"/>
            <a:ext cx="59436" cy="146304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68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студентов используют смартфон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основной источник информации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7772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777240"/>
            <a:ext cx="59436" cy="146304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868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19856" y="1463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числа мобильных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образовательных приложений за 3 года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777240"/>
            <a:ext cx="59436" cy="146304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868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91072" y="1463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вузов планируют внедрение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собственных мобильных решений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423160"/>
            <a:ext cx="8375904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423160"/>
            <a:ext cx="59436" cy="233172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5237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889504"/>
            <a:ext cx="7955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единого мобильного канала распространения новостей и учебных материалов в СКГА
</a:t>
            </a: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вынуждены посещать множество разрозненных источников информации (сайт, email, доски объявлений)
</a:t>
            </a: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персонализированных уведомлений приводит к пропуску важных событий и документов
</a:t>
            </a: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Необходимость цифровизации образовательного процесса в соответствии с требованиями ФГОС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Объект, предмет и цель исследования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841248"/>
            <a:ext cx="1234440" cy="1207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2529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64792" y="93268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информационного взаимодействия участников образовательного процесса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64792" y="141732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Коммуникация между администрацией, преподавателями и студентами СКГА через цифровые каналы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2185416"/>
            <a:ext cx="8375904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185416"/>
            <a:ext cx="1234440" cy="1207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694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64792" y="2276856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разработки кросс-платформенных мобильных приложений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764792" y="2761488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React Native (Expo SDK 50) как инструмент реализации мобильного клиента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529584"/>
            <a:ext cx="8375904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529584"/>
            <a:ext cx="1234440" cy="1207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91363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64792" y="3621024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 реализовать мобильное приложение для рассылки новостей и образовательных ресурсов СКГА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764792" y="4105656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Обеспечить удобный персонализированный доступ к информации для студентов и преподавателей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исследования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841248"/>
            <a:ext cx="59436" cy="1207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932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5216" y="132588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" y="160020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существующие решения, выявить требования к функциональности приложения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18304" y="841248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841248"/>
            <a:ext cx="59436" cy="1207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932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19472" y="132588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архитектуры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160020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клиент-серверную архитектуру, спроектировать схему базы данных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185416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185416"/>
            <a:ext cx="59436" cy="1207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27685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5216" y="267004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серверной части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" y="294436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REST API на Node.js + Express + TypeScript с Prisma ORM и PostgreSQL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18304" y="2185416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2185416"/>
            <a:ext cx="59436" cy="1207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27685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919472" y="267004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мобильного клиента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94436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интерфейс и логику приложения на React Native (Expo SDK 50)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529584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529584"/>
            <a:ext cx="59436" cy="1207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362102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85216" y="401421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аутентификации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" y="4288536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Внедрить JWT-авторизацию, Expo SecureStore и ролевую модель доступа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18304" y="3529584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18304" y="3529584"/>
            <a:ext cx="59436" cy="1207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62102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919472" y="401421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и документирование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9472" y="4288536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функциональное тестирование и оформить пояснительную записку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04672"/>
            <a:ext cx="2697480" cy="47548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261872"/>
            <a:ext cx="26974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" y="1371600"/>
            <a:ext cx="2432304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37160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" y="1929384"/>
            <a:ext cx="2432304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929384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064" y="2487168"/>
            <a:ext cx="2432304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48716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" y="3044952"/>
            <a:ext cx="2432304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04495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2064" y="3602736"/>
            <a:ext cx="2432304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602736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2064" y="4160520"/>
            <a:ext cx="2432304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416052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55264" y="804672"/>
            <a:ext cx="2697480" cy="47548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80467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55264" y="1261872"/>
            <a:ext cx="26974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1371600"/>
            <a:ext cx="2432304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137160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1929384"/>
            <a:ext cx="2432304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1929384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2487168"/>
            <a:ext cx="2432304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48716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83280" y="3044952"/>
            <a:ext cx="2432304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04495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83280" y="3602736"/>
            <a:ext cx="2432304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602736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83280" y="4160520"/>
            <a:ext cx="2432304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16052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26480" y="804672"/>
            <a:ext cx="2697480" cy="47548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80467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1261872"/>
            <a:ext cx="26974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1371600"/>
            <a:ext cx="2432304" cy="420624"/>
          </a:xfrm>
          <a:prstGeom prst="rect">
            <a:avLst/>
          </a:prstGeom>
          <a:solidFill>
            <a:srgbClr val="EDFBF5"/>
          </a:solidFill>
          <a:ln w="6350">
            <a:solidFill>
              <a:srgbClr val="A7EB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137160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54496" y="1929384"/>
            <a:ext cx="2432304" cy="420624"/>
          </a:xfrm>
          <a:prstGeom prst="rect">
            <a:avLst/>
          </a:prstGeom>
          <a:solidFill>
            <a:srgbClr val="EDFBF5"/>
          </a:solidFill>
          <a:ln w="6350">
            <a:solidFill>
              <a:srgbClr val="A7EB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1929384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SecureStore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54496" y="2487168"/>
            <a:ext cx="2432304" cy="420624"/>
          </a:xfrm>
          <a:prstGeom prst="rect">
            <a:avLst/>
          </a:prstGeom>
          <a:solidFill>
            <a:srgbClr val="EDFBF5"/>
          </a:solidFill>
          <a:ln w="6350">
            <a:solidFill>
              <a:srgbClr val="A7EB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248716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(файлы)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Бизнес-процессы системы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22960"/>
            <a:ext cx="1645920" cy="4389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229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67712" y="822960"/>
            <a:ext cx="1572768" cy="43891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85953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/ вход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1042416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822960"/>
            <a:ext cx="1572768" cy="43891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85953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новостей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96128" y="1042416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9008" y="822960"/>
            <a:ext cx="1572768" cy="43891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85953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материалам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51776" y="1042416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4656" y="822960"/>
            <a:ext cx="1572768" cy="43891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85953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уведомлений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29968" y="1042416"/>
            <a:ext cx="237744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240280"/>
            <a:ext cx="1645920" cy="43891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67712" y="2240280"/>
            <a:ext cx="1572768" cy="438912"/>
          </a:xfrm>
          <a:prstGeom prst="rect">
            <a:avLst/>
          </a:prstGeom>
          <a:solidFill>
            <a:srgbClr val="EDFBF5"/>
          </a:solidFill>
          <a:ln w="6350">
            <a:solidFill>
              <a:srgbClr val="A7EB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40864" y="227685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новостей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2459736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2240280"/>
            <a:ext cx="1572768" cy="438912"/>
          </a:xfrm>
          <a:prstGeom prst="rect">
            <a:avLst/>
          </a:prstGeom>
          <a:solidFill>
            <a:srgbClr val="EDFBF5"/>
          </a:solidFill>
          <a:ln w="6350">
            <a:solidFill>
              <a:srgbClr val="A7EB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96512" y="227685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материалов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2459736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79008" y="2240280"/>
            <a:ext cx="1572768" cy="438912"/>
          </a:xfrm>
          <a:prstGeom prst="rect">
            <a:avLst/>
          </a:prstGeom>
          <a:solidFill>
            <a:srgbClr val="EDFBF5"/>
          </a:solidFill>
          <a:ln w="6350">
            <a:solidFill>
              <a:srgbClr val="A7EB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27685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уведомлений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29968" y="2459736"/>
            <a:ext cx="237744" cy="0"/>
          </a:xfrm>
          <a:prstGeom prst="line">
            <a:avLst/>
          </a:prstGeom>
          <a:noFill/>
          <a:ln w="12700">
            <a:solidFill>
              <a:srgbClr val="0D7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657600"/>
            <a:ext cx="1645920" cy="43891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6576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67712" y="3657600"/>
            <a:ext cx="1572768" cy="438912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40864" y="369417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0" y="3877056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57600"/>
            <a:ext cx="1572768" cy="438912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96512" y="369417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контента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96128" y="3877056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9008" y="3657600"/>
            <a:ext cx="1572768" cy="438912"/>
          </a:xfrm>
          <a:prstGeom prst="rect">
            <a:avLst/>
          </a:prstGeom>
          <a:solidFill>
            <a:srgbClr val="FFF0F0"/>
          </a:solidFill>
          <a:ln w="6350">
            <a:solidFill>
              <a:srgbClr val="FCCA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69417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системы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029968" y="3877056"/>
            <a:ext cx="237744" cy="0"/>
          </a:xfrm>
          <a:prstGeom prst="line">
            <a:avLst/>
          </a:prstGeom>
          <a:noFill/>
          <a:ln w="12700">
            <a:solidFill>
              <a:srgbClr val="9411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4572000"/>
            <a:ext cx="8375904" cy="320040"/>
          </a:xfrm>
          <a:prstGeom prst="rect">
            <a:avLst/>
          </a:prstGeom>
          <a:solidFill>
            <a:srgbClr val="00206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57200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—  Node.js + Express + TypeScript  —  PostgreSQL 16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базы данных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" y="841248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841248"/>
            <a:ext cx="2724912" cy="38404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4124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29844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5453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1787652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79222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" y="2034540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03911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2281428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2860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" y="2528316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3288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841248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841248"/>
            <a:ext cx="2724912" cy="38404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84124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129844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15453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1787652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79222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034540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03911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2281428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2860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2528316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53288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published_at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6208" y="841248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841248"/>
            <a:ext cx="2724912" cy="38404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84124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19088" y="129844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19088" y="15453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73368" y="1787652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179222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file_url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73368" y="2034540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203911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73368" y="2281428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22860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73368" y="2528316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253288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" y="3081528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" y="3081528"/>
            <a:ext cx="272491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08152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0352" y="353872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" y="378561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" y="4027932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03250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" y="4274820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427939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4632" y="4521708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452628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is_read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" y="4768596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477316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91840" y="3081528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91840" y="3081528"/>
            <a:ext cx="272491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0" y="308152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474720" y="353872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1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474720" y="378561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429000" y="4027932"/>
            <a:ext cx="24505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0" y="403250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7472" y="475488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id (SERIAL PRIMARY KEY)  |  FK = *_id  |  Все таблицы: схема public, PostgreSQL 16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Авторизация и регистрация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5F7FA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входа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пароль, валидация полей, обработка ошибок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аккаунта студента/преподавателя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JWT-токены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в Expo SecureStore, автообновление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Ролевой доступ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Перенаправление по роли после входа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 пароля через email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Лента новостей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FF8F5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новостей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с заголовком, датой и превью текста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категории и дате публикации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ленты жестом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Постепенная подгрузка при прокрутке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Полнотекстовый поиск по заголовку и содержанию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Просмотр новости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5FFF9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Форматированный контент с изображениями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Мета-данные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Автор, дата, категория публикации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«Назад» и переход к следующей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Шаринг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ссылки через нативный Share 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шрифта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удобочитаемости текста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Образовательные ресурсы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5F0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материалов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список по дисциплинам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файлов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изображения с превью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фильтры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по типу, дисциплине, преподавателю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дате добавления, названию, популярности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материалов для быстрого доступа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Просмотр документа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FFBF0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просмотр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рендеринг без сторонних приложений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файла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Скачивание в локальное хранилище устройства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загрузки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индикатор при скачивании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в приложении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нативного обработчика файла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 файла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Размер, формат, дата загрузки, автор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Профиль пользователя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0F8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данные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email, группа/должность, аватар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Редактирование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профиля с валидацией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пароля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Защищённое обновление с подтверждением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Просмотренные материалы, активность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аккаунта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токенов и данных сессии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Уведомления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FF5F5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уведомлений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Хронологический список системных сообщений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сообщений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Новости, документы, административные события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прочитанных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Массовая и одиночная отметка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Notifications, фоновые и foreground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Отображение только непрочитанных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Настройки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8F5FF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оформления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Светлая / тёмная / системная тема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интерфейса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язык по умолчанию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Тонкая настройка категорий оповещений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и данные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загруженных файлов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приложении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Версия, лицензии, ссылки на поддержку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Экранная форма: Административная панель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2606040" cy="397764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42416"/>
            <a:ext cx="2276856" cy="3502152"/>
          </a:xfrm>
          <a:prstGeom prst="rect">
            <a:avLst/>
          </a:prstGeom>
          <a:solidFill>
            <a:srgbClr val="FFFAF0"/>
          </a:solidFill>
          <a:ln w="6350">
            <a:solidFill>
              <a:srgbClr val="C8D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42416"/>
            <a:ext cx="2276856" cy="182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060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25296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0934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04825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78024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07792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67328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97096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407408"/>
            <a:ext cx="777240" cy="64008"/>
          </a:xfrm>
          <a:prstGeom prst="rect">
            <a:avLst/>
          </a:prstGeom>
          <a:solidFill>
            <a:srgbClr val="C8D3E8"/>
          </a:solidFill>
          <a:ln w="12700">
            <a:solidFill>
              <a:srgbClr val="C8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886968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экрана: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325880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325880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3716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Просмотр, назначение ролей, блокировка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984248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984248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029968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новостей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редактирование, удаление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42616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642616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88336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ресурсами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 категоризация учебных материалов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300984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00984"/>
            <a:ext cx="59436" cy="5943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467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Массовые уведомления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push всем или отдельным группам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959352"/>
            <a:ext cx="5605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959352"/>
            <a:ext cx="59436" cy="594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00507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Просмотры, активность, популярные материалы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результаты работы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841248"/>
            <a:ext cx="59436" cy="1207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950976"/>
            <a:ext cx="384048" cy="38404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анализ предметной области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136245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аналоги, сформированы функциональные и нефункциональные требования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8304" y="841248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841248"/>
            <a:ext cx="59436" cy="1207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950976"/>
            <a:ext cx="384048" cy="38404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31536" y="932688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архитектура системы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1536" y="136245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Разработана клиент-серверная архитектура, схема БД из 5 связанных таблиц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19456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194560"/>
            <a:ext cx="59436" cy="1207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2304288"/>
            <a:ext cx="384048" cy="38404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2286000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REST API на Node.js + TypeScript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271576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Express-сервер, Prisma ORM, JWT-авторизация, ролевая модель (3 роли)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18304" y="219456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2194560"/>
            <a:ext cx="59436" cy="1207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2304288"/>
            <a:ext cx="384048" cy="38404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31536" y="2286000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 мобильное приложение React Native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31536" y="271576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экранных форм, Expo SDK 50, Zustand, Expo Router, SecureStore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3547872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048" y="3547872"/>
            <a:ext cx="59436" cy="1207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" y="3657600"/>
            <a:ext cx="38404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36393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Внедрены Push-уведомления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7280" y="406908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Notifications, фоновая и foreground доставка, персонализация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18304" y="3547872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18304" y="3547872"/>
            <a:ext cx="59436" cy="1207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9472" y="3657600"/>
            <a:ext cx="38404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31536" y="36393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тестирование и документирование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31536" y="406908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тестирование, оформлена пояснительная записка по ГОСТ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докладчике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603504"/>
            <a:ext cx="8321040" cy="2286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СКГА  |  09.03.03 Прикладная информатика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822960"/>
            <a:ext cx="8375904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822960"/>
            <a:ext cx="59436" cy="393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05840"/>
            <a:ext cx="1554480" cy="1554480"/>
          </a:xfrm>
          <a:prstGeom prst="ellipse">
            <a:avLst/>
          </a:prstGeom>
          <a:solidFill>
            <a:srgbClr val="E8EDF8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005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И.М.Н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23160" y="960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</a:t>
            </a: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</a:t>
            </a: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Иванович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23160" y="158191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Направление: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09.03.03 — Прикладная информатика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3160" y="192938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обучения: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Очная, 4 курс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3160" y="227685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Учебное заведение: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Северо-Кавказская государственная академия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23160" y="262432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защиты: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2923165"/>
            <a:ext cx="81655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44368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выпускной квалификационной работы: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246120"/>
            <a:ext cx="8165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мобильного приложения для рассылки новостей и образовательных ресурсов высшего учебного заведения с использованием технологии React Native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041648"/>
            <a:ext cx="8165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64008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внимание!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" y="3337560"/>
            <a:ext cx="4114800" cy="36576"/>
          </a:xfrm>
          <a:prstGeom prst="rect">
            <a:avLst/>
          </a:prstGeom>
          <a:solidFill>
            <a:srgbClr val="941100"/>
          </a:solidFill>
          <a:ln w="12700">
            <a:solidFill>
              <a:srgbClr val="941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49300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</a:t>
            </a:r>
            <a:r>
              <a:rPr lang="en-US" sz="115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</a:t>
            </a:r>
            <a:r>
              <a:rPr lang="en-US" sz="115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Иванович</a:t>
            </a:r>
            <a:r>
              <a:rPr lang="en-US" sz="1150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09.03.03 Прикладная информатика  |  СКГА,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535"/>
          </a:solidFill>
          <a:ln w="12700">
            <a:solidFill>
              <a:srgbClr val="0A153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Экран (16:9)</PresentationFormat>
  <Paragraphs>289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для рассылки новостей</dc:title>
  <dc:subject>PptxGenJS Presentation</dc:subject>
  <dc:creator>Иванов Муса Насирович</dc:creator>
  <cp:lastModifiedBy>Алим Джатдоев</cp:lastModifiedBy>
  <cp:revision>2</cp:revision>
  <dcterms:created xsi:type="dcterms:W3CDTF">2026-05-16T14:24:36Z</dcterms:created>
  <dcterms:modified xsi:type="dcterms:W3CDTF">2026-05-16T14:28:34Z</dcterms:modified>
</cp:coreProperties>
</file>